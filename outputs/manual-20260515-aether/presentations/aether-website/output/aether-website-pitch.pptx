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0e75870a714482" /><Relationship Type="http://schemas.openxmlformats.org/officeDocument/2006/relationships/extended-properties" Target="/docProps/app.xml" Id="Rbc537b68bdb0475f" /><Relationship Type="http://schemas.openxmlformats.org/officeDocument/2006/relationships/officeDocument" Target="/ppt/presentation.xml" Id="R98fdec9cea154e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f423656bfa418e"/>
  </p:sldMasterIdLst>
  <p:notesMasterIdLst>
    <p:notesMasterId xmlns:r="http://schemas.openxmlformats.org/officeDocument/2006/relationships" r:id="Rcda7abfeb7494e58"/>
  </p:notesMasterIdLst>
  <p:sldIdLst>
    <p:sldId xmlns:r="http://schemas.openxmlformats.org/officeDocument/2006/relationships" id="256" r:id="R3fd0602246044e6b"/>
    <p:sldId xmlns:r="http://schemas.openxmlformats.org/officeDocument/2006/relationships" id="257" r:id="Rb9d873ccd9754432"/>
    <p:sldId xmlns:r="http://schemas.openxmlformats.org/officeDocument/2006/relationships" id="258" r:id="R8594df75d117499b"/>
    <p:sldId xmlns:r="http://schemas.openxmlformats.org/officeDocument/2006/relationships" id="259" r:id="R41beed0e86df48dd"/>
    <p:sldId xmlns:r="http://schemas.openxmlformats.org/officeDocument/2006/relationships" id="260" r:id="R233cbefac0b341a2"/>
    <p:sldId xmlns:r="http://schemas.openxmlformats.org/officeDocument/2006/relationships" id="261" r:id="R6b029b3d013d4155"/>
    <p:sldId xmlns:r="http://schemas.openxmlformats.org/officeDocument/2006/relationships" id="262" r:id="R6a442c8f86614f09"/>
    <p:sldId xmlns:r="http://schemas.openxmlformats.org/officeDocument/2006/relationships" id="263" r:id="Ra618f8a68bb64173"/>
    <p:sldId xmlns:r="http://schemas.openxmlformats.org/officeDocument/2006/relationships" id="264" r:id="Re09f66821f3447e8"/>
    <p:sldId xmlns:r="http://schemas.openxmlformats.org/officeDocument/2006/relationships" id="265" r:id="Rc62848f643544d3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423656bfa418e" /><Relationship Type="http://schemas.openxmlformats.org/officeDocument/2006/relationships/theme" Target="/ppt/theme/theme1.xml" Id="Rd093a3d218f441a0" /><Relationship Type="http://schemas.openxmlformats.org/officeDocument/2006/relationships/notesMaster" Target="/ppt/notesMasters/notesMaster1.xml" Id="Rcda7abfeb7494e58" /><Relationship Type="http://schemas.openxmlformats.org/officeDocument/2006/relationships/presProps" Target="/ppt/presProps.xml" Id="R421aa45b37ff4d5b" /><Relationship Type="http://schemas.openxmlformats.org/officeDocument/2006/relationships/viewProps" Target="/ppt/viewProps.xml" Id="R2bb349f6e0b44227" /><Relationship Type="http://schemas.openxmlformats.org/officeDocument/2006/relationships/tableStyles" Target="/ppt/tableStyles.xml" Id="Rfe229c1650394a0a" /><Relationship Type="http://schemas.openxmlformats.org/officeDocument/2006/relationships/slide" Target="/ppt/slides/slide1.xml" Id="R3fd0602246044e6b" /><Relationship Type="http://schemas.openxmlformats.org/officeDocument/2006/relationships/slide" Target="/ppt/slides/slide2.xml" Id="Rb9d873ccd9754432" /><Relationship Type="http://schemas.openxmlformats.org/officeDocument/2006/relationships/slide" Target="/ppt/slides/slide3.xml" Id="R8594df75d117499b" /><Relationship Type="http://schemas.openxmlformats.org/officeDocument/2006/relationships/slide" Target="/ppt/slides/slide4.xml" Id="R41beed0e86df48dd" /><Relationship Type="http://schemas.openxmlformats.org/officeDocument/2006/relationships/slide" Target="/ppt/slides/slide5.xml" Id="R233cbefac0b341a2" /><Relationship Type="http://schemas.openxmlformats.org/officeDocument/2006/relationships/slide" Target="/ppt/slides/slide6.xml" Id="R6b029b3d013d4155" /><Relationship Type="http://schemas.openxmlformats.org/officeDocument/2006/relationships/slide" Target="/ppt/slides/slide7.xml" Id="R6a442c8f86614f09" /><Relationship Type="http://schemas.openxmlformats.org/officeDocument/2006/relationships/slide" Target="/ppt/slides/slide8.xml" Id="Ra618f8a68bb64173" /><Relationship Type="http://schemas.openxmlformats.org/officeDocument/2006/relationships/slide" Target="/ppt/slides/slide9.xml" Id="Re09f66821f3447e8" /><Relationship Type="http://schemas.openxmlformats.org/officeDocument/2006/relationships/slide" Target="/ppt/slides/slide10.xml" Id="Rc62848f643544d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4f463e1f64e40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b2f0a789df4d31" /><Relationship Type="http://schemas.openxmlformats.org/officeDocument/2006/relationships/notesMaster" Target="/ppt/notesMasters/notesMaster1.xml" Id="R90a6df20a5d74e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77ed5523b74bcd" /><Relationship Type="http://schemas.openxmlformats.org/officeDocument/2006/relationships/notesMaster" Target="/ppt/notesMasters/notesMaster1.xml" Id="Rf215903039604f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5383673edb4768" /><Relationship Type="http://schemas.openxmlformats.org/officeDocument/2006/relationships/notesMaster" Target="/ppt/notesMasters/notesMaster1.xml" Id="Rd37cdf427ae54d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4a0f3f071d4a12" /><Relationship Type="http://schemas.openxmlformats.org/officeDocument/2006/relationships/notesMaster" Target="/ppt/notesMasters/notesMaster1.xml" Id="R660af3d1c5524b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1f510e30d94593" /><Relationship Type="http://schemas.openxmlformats.org/officeDocument/2006/relationships/notesMaster" Target="/ppt/notesMasters/notesMaster1.xml" Id="Rdcc0e9aec21f47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d21078966b44ff" /><Relationship Type="http://schemas.openxmlformats.org/officeDocument/2006/relationships/notesMaster" Target="/ppt/notesMasters/notesMaster1.xml" Id="R11d61e6ce90245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7976798e2a46e9" /><Relationship Type="http://schemas.openxmlformats.org/officeDocument/2006/relationships/notesMaster" Target="/ppt/notesMasters/notesMaster1.xml" Id="R52bfe7a4b2ad4d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3d4fa9e29b4132" /><Relationship Type="http://schemas.openxmlformats.org/officeDocument/2006/relationships/notesMaster" Target="/ppt/notesMasters/notesMaster1.xml" Id="Rba03dfb0b76642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58f4510f894759" /><Relationship Type="http://schemas.openxmlformats.org/officeDocument/2006/relationships/notesMaster" Target="/ppt/notesMasters/notesMaster1.xml" Id="R3cf58b2ab6d348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d47c74ebef4fad" /><Relationship Type="http://schemas.openxmlformats.org/officeDocument/2006/relationships/notesMaster" Target="/ppt/notesMasters/notesMaster1.xml" Id="R3f91e3135e9f47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0576f552c34c3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20944a629964fa4" /><Relationship Type="http://schemas.openxmlformats.org/officeDocument/2006/relationships/slideLayout" Target="/ppt/slideLayouts/slideLayout2.xml" Id="R69ff44dc3c9441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ff44dc3c9441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e8622285524f42" /><Relationship Type="http://schemas.openxmlformats.org/officeDocument/2006/relationships/image" Target="/ppt/media/image.png" Id="Re154a9dd1e204184" /><Relationship Type="http://schemas.openxmlformats.org/officeDocument/2006/relationships/image" Target="/ppt/media/image.svg" Id="Refc6fd9ac075444c" /><Relationship Type="http://schemas.openxmlformats.org/officeDocument/2006/relationships/notesSlide" Target="/ppt/notesSlides/notesSlide1.xml" Id="R64de7b285f3a46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5b0206196348e3" /><Relationship Type="http://schemas.openxmlformats.org/officeDocument/2006/relationships/notesSlide" Target="/ppt/notesSlides/notesSlide2.xml" Id="R77b06ed3f78849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9b8a4ab8d749b3" /><Relationship Type="http://schemas.openxmlformats.org/officeDocument/2006/relationships/image" Target="/ppt/media/image2.png" Id="R16a902a3d4984ab1" /><Relationship Type="http://schemas.openxmlformats.org/officeDocument/2006/relationships/image" Target="/ppt/media/image2.svg" Id="R548d7bf150d54a17" /><Relationship Type="http://schemas.openxmlformats.org/officeDocument/2006/relationships/image" Target="/ppt/media/image3.png" Id="R30473b6f691a4bbc" /><Relationship Type="http://schemas.openxmlformats.org/officeDocument/2006/relationships/image" Target="/ppt/media/image3.svg" Id="R528245cdb8a843df" /><Relationship Type="http://schemas.openxmlformats.org/officeDocument/2006/relationships/image" Target="/ppt/media/image4.png" Id="Rfa97c8ef3f694839" /><Relationship Type="http://schemas.openxmlformats.org/officeDocument/2006/relationships/image" Target="/ppt/media/image4.svg" Id="R9cee43b907454b66" /><Relationship Type="http://schemas.openxmlformats.org/officeDocument/2006/relationships/image" Target="/ppt/media/image5.png" Id="Rd2c239632079409e" /><Relationship Type="http://schemas.openxmlformats.org/officeDocument/2006/relationships/image" Target="/ppt/media/image5.svg" Id="Rffc9e11347644f05" /><Relationship Type="http://schemas.openxmlformats.org/officeDocument/2006/relationships/image" Target="/ppt/media/image6.png" Id="R1debd7a249d542c2" /><Relationship Type="http://schemas.openxmlformats.org/officeDocument/2006/relationships/image" Target="/ppt/media/image6.svg" Id="R6a1b280619ae46a1" /><Relationship Type="http://schemas.openxmlformats.org/officeDocument/2006/relationships/notesSlide" Target="/ppt/notesSlides/notesSlide3.xml" Id="R6fe8050dded646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445c0f89ad4559" /><Relationship Type="http://schemas.openxmlformats.org/officeDocument/2006/relationships/image" Target="/ppt/media/image7.png" Id="R224c6afb3df14a44" /><Relationship Type="http://schemas.openxmlformats.org/officeDocument/2006/relationships/image" Target="/ppt/media/image7.svg" Id="R690351ed2dd244d4" /><Relationship Type="http://schemas.openxmlformats.org/officeDocument/2006/relationships/image" Target="/ppt/media/image8.png" Id="R3accc75782fa46ba" /><Relationship Type="http://schemas.openxmlformats.org/officeDocument/2006/relationships/image" Target="/ppt/media/image8.svg" Id="Rfecf41b6f9a445cb" /><Relationship Type="http://schemas.openxmlformats.org/officeDocument/2006/relationships/image" Target="/ppt/media/image9.png" Id="R8f8e8c1568eb4fdf" /><Relationship Type="http://schemas.openxmlformats.org/officeDocument/2006/relationships/image" Target="/ppt/media/image9.svg" Id="R5b4e034511bf4afb" /><Relationship Type="http://schemas.openxmlformats.org/officeDocument/2006/relationships/image" Target="/ppt/media/image10.png" Id="Rfe4fd83debf64a97" /><Relationship Type="http://schemas.openxmlformats.org/officeDocument/2006/relationships/image" Target="/ppt/media/image10.svg" Id="Rcb15b77f089f42f1" /><Relationship Type="http://schemas.openxmlformats.org/officeDocument/2006/relationships/notesSlide" Target="/ppt/notesSlides/notesSlide4.xml" Id="Rcf5996b0f94d44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141efdf96e4788" /><Relationship Type="http://schemas.openxmlformats.org/officeDocument/2006/relationships/image" Target="/ppt/media/image11.png" Id="R62f0fc9b2c5b45ff" /><Relationship Type="http://schemas.openxmlformats.org/officeDocument/2006/relationships/image" Target="/ppt/media/image11.svg" Id="Rb610cf35548f435e" /><Relationship Type="http://schemas.openxmlformats.org/officeDocument/2006/relationships/notesSlide" Target="/ppt/notesSlides/notesSlide5.xml" Id="R81eb5bed5cc94d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9d92eba76b44bc" /><Relationship Type="http://schemas.openxmlformats.org/officeDocument/2006/relationships/image" Target="/ppt/media/image12.png" Id="R2d3545ff7234408b" /><Relationship Type="http://schemas.openxmlformats.org/officeDocument/2006/relationships/image" Target="/ppt/media/image12.svg" Id="R7e3ba83c280d4022" /><Relationship Type="http://schemas.openxmlformats.org/officeDocument/2006/relationships/image" Target="/ppt/media/image13.png" Id="R137f7b3f08024fba" /><Relationship Type="http://schemas.openxmlformats.org/officeDocument/2006/relationships/image" Target="/ppt/media/image13.svg" Id="R3db408cb5c784782" /><Relationship Type="http://schemas.openxmlformats.org/officeDocument/2006/relationships/image" Target="/ppt/media/image14.png" Id="R341803a7dd5b4542" /><Relationship Type="http://schemas.openxmlformats.org/officeDocument/2006/relationships/image" Target="/ppt/media/image14.svg" Id="R9332db50f2e44d56" /><Relationship Type="http://schemas.openxmlformats.org/officeDocument/2006/relationships/image" Target="/ppt/media/image15.png" Id="Rc384aabb043144fa" /><Relationship Type="http://schemas.openxmlformats.org/officeDocument/2006/relationships/image" Target="/ppt/media/image15.svg" Id="Rdc6682eeced0481a" /><Relationship Type="http://schemas.openxmlformats.org/officeDocument/2006/relationships/notesSlide" Target="/ppt/notesSlides/notesSlide6.xml" Id="Rcc6492c40f5245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a27769f3194dbe" /><Relationship Type="http://schemas.openxmlformats.org/officeDocument/2006/relationships/notesSlide" Target="/ppt/notesSlides/notesSlide7.xml" Id="R2407cc7973fc42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3612e6fbbd4fa4" /><Relationship Type="http://schemas.openxmlformats.org/officeDocument/2006/relationships/notesSlide" Target="/ppt/notesSlides/notesSlide8.xml" Id="R25505d3c287349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f2e11533e74e11" /><Relationship Type="http://schemas.openxmlformats.org/officeDocument/2006/relationships/image" Target="/ppt/media/image16.png" Id="R4e4775b404fa4c07" /><Relationship Type="http://schemas.openxmlformats.org/officeDocument/2006/relationships/image" Target="/ppt/media/image16.svg" Id="R0b1dd300f75d4e5b" /><Relationship Type="http://schemas.openxmlformats.org/officeDocument/2006/relationships/image" Target="/ppt/media/image17.png" Id="Rf6e1e85c1e724858" /><Relationship Type="http://schemas.openxmlformats.org/officeDocument/2006/relationships/image" Target="/ppt/media/image17.svg" Id="R2c5941dabcc6478e" /><Relationship Type="http://schemas.openxmlformats.org/officeDocument/2006/relationships/image" Target="/ppt/media/image18.png" Id="Rebddf629fe174498" /><Relationship Type="http://schemas.openxmlformats.org/officeDocument/2006/relationships/image" Target="/ppt/media/image18.svg" Id="R36a14cb5ddbf4699" /><Relationship Type="http://schemas.openxmlformats.org/officeDocument/2006/relationships/image" Target="/ppt/media/image19.png" Id="R454b627b76824b1e" /><Relationship Type="http://schemas.openxmlformats.org/officeDocument/2006/relationships/image" Target="/ppt/media/image19.svg" Id="R73f997f4f7b84f61" /><Relationship Type="http://schemas.openxmlformats.org/officeDocument/2006/relationships/notesSlide" Target="/ppt/notesSlides/notesSlide9.xml" Id="Rbd29a1d4072348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a25606769749c3" /><Relationship Type="http://schemas.openxmlformats.org/officeDocument/2006/relationships/notesSlide" Target="/ppt/notesSlides/notesSlide10.xml" Id="R6f25982923c7476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F4233B-3976-4133-A29B-28E45F76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B0D83-400A-4318-9B1B-98641B07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03FE5-2E93-4BD2-B7A9-8C28F5A6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3CB7C-709B-47E2-9A5F-28A29B9D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382F8-3186-4BA6-A722-206EC8D1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783F4-7304-4A32-8A6A-DA5167412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AA254B-D4EA-42A6-ABDA-8027505A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B4ACF2-7A01-4581-B052-CDEA1435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9883A-2416-4FE8-A271-2AC0BBBE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A66CA-42EE-403C-9FC3-965581AF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A84F09-53E1-427A-8D58-F81A3DF8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60D34-0C6B-4F63-A1B5-05D579636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A165C-A2E2-4FD4-A49D-23B2CD41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3084F5-83DC-4A6A-B3B2-EC4BA9AF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BA1BDF-CBCD-4229-8CB4-2E5623B7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96FF60-5780-4216-AD57-EF39CEF0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154A8-FB20-4912-8369-3136B3F7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5FB030-270D-4DE0-A8BE-690465F0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394FD-D14A-4159-A25B-5F4CF294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2D07DF-67D8-4971-A6BC-66681E6A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946F7-46F1-477B-BBBF-43EA1B4D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FB79C-963C-4127-9E7E-868AF68C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4F4E7-D9A0-4E4C-84C1-A6037952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7F1ED2-A015-439D-B55C-60361343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42950"/>
            <a:ext cx="3952875" cy="395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>
              <a:alpha val="7059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2331C0-A198-4570-9290-EEDC196C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381125"/>
            <a:ext cx="2619375" cy="2619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>
              <a:alpha val="7059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12C165-AA42-491E-AA99-E7F6448C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952500"/>
            <a:ext cx="381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0F653B-FAF5-48CA-9EA0-0991D6AD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4a9dd1e204184">
            <a:extLst>
              <a:ext uri="{96DAC541-7B7A-43D3-8B79-37D633B846F1}">
                <asvg:svgBlip xmlns:asvg="http://schemas.microsoft.com/office/drawing/2016/SVG/main" r:embed="Refc6fd9ac07544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58125" y="2190750"/>
            <a:ext cx="1143000" cy="11430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C4B119-0612-4742-8473-D0AEF0B4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334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AETHER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D2E23-AB24-49C0-8BEB-C902A195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Kham pha. Chia se. Ket noi.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C464BB-0CD3-473D-B099-DD5A495C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5334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0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Mang xa hoi ban do the he moi, noi moi dia diem tro thanh mot cau chuyen va moi hanh dong tao them gia tri cho cong dong.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A6CB8-5C41-495A-8336-7F59413D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43300"/>
            <a:ext cx="1952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018">
              <a:alpha val="72157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435B67-FDC7-4F33-B0B3-462F3E9C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90925"/>
            <a:ext cx="17049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Best Web Design pitch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97E698-8E81-47CB-BA91-019EAF87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43300"/>
            <a:ext cx="2076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018">
              <a:alpha val="72157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E45646-1A36-4DD3-852F-D34FCAF5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590925"/>
            <a:ext cx="1828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React + MapLibre + AI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061BC0-9EEC-4919-8E40-D0583C61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998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47B30D-182B-4C44-9083-57C5BB3C7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Map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41E7F3-13B0-4FB4-A087-D6833225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Ban do tuong tac la man hinh chinh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82258-E89E-4D4D-A38D-D4E30898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14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rPr>
              <a:t>Social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650E89-C48E-4865-94BA-8E738D2E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772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Like, comment, follow, message realtime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674000-CF65-4BF8-8E4A-E42E62023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314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9B7BFF"/>
                </a:solidFill>
                <a:latin typeface="Aptos Display"/>
                <a:ea typeface="Aptos Display"/>
                <a:cs typeface="Aptos Display"/>
              </a:rPr>
              <a:t>EVE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1DA249-64A1-4986-A08B-2EB44CD6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772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AI goi y dia diem va lich trinh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7A2E0A8-7654-4FC1-9376-23CA5B7F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149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XP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13E7D7-8799-4C25-B18D-1176BF45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Gamification giu dong luc kham pha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636A1F-4284-4608-BB81-0B97861E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49DD77-7B66-48E9-B995-EE976635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tai lieu du an AETHER va repository hien tai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174E0F-2A26-4C05-9ADC-45C05E87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310807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9219CF-12BE-4B66-A6C0-BCE32E1F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E84C4-5C32-42CF-932A-DADF1108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36270-C4F4-49C2-81F3-7CA560A2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0FD5D-8211-422E-85C4-DD0C6358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D3748-E2A5-42C2-B0B8-437346E9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A859F-5AF7-4D56-9CD7-56473BB8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4F778-4A62-4F84-A8A8-BF6E7611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B119D-80D6-43A9-B4AD-03EB0C26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AA482-D314-4351-B079-E16F2B80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C76801-5321-4C87-BC55-0C1EBE0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3AEEB-7812-403D-958E-92D202AF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418B0-2C0F-4332-AE6D-C4C8A90E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01DD3-3BF7-4E23-BCFF-DFA61782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98C8D8-8AC8-4F66-9E90-8CEEB756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531FF5-E14F-43A1-99BA-539C4AAF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83A60-23A2-457C-A92F-CB2D1D8A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E1443-DCE7-4901-B04E-4CF4321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B95815-862E-412F-98C0-6BA48D8A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0BDFE1-CBF1-4D06-B6E4-8BDA7DD3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5EB33A-1721-4A9A-AA4B-33A97E5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B43CF-E51F-451C-BB58-0C094A33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E8BCF-E2ED-42D4-8FE4-CB820A97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DAAB5-BD5F-4F12-BA2E-4AF3097B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D90C4D7E-380F-4839-943E-0DF827FC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01B14560-4DDE-478D-BBA8-8032C7C0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VAN DE VA GIAI PHAP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82AD7-021D-400B-8361-3E2214DC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52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Tim dia diem dang bi tach roi khoi cong dong va ngu canh.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1880CD-656B-46E1-8235-D413E043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752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AETHER gom ban do, mang xa hoi, AI va gamification vao mot hanh trinh lien mach cho nguoi dung Viet Nam.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22F93B-2ED0-4752-AF57-8557EB4E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40F18">
              <a:alpha val="84706"/>
            </a:srgbClr>
          </a:solidFill>
          <a:ln xmlns:a="http://schemas.openxmlformats.org/drawingml/2006/main" w="9525">
            <a:solidFill>
              <a:srgbClr val="5C2C3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EE5F45-774F-4FC6-8B79-E4E77319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7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6B7A"/>
                </a:solidFill>
                <a:latin typeface="Aptos Display"/>
                <a:ea typeface="Aptos Display"/>
                <a:cs typeface="Aptos Display"/>
              </a:rPr>
              <a:t>Hien trang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FEAAF-5D95-494B-9620-5B95B76F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B2C303-F61C-4A91-A659-C3036D2D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671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Review va vi tri nam rai rac giua nhieu ung dung.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E809E6-2735-4242-A767-4B58820C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4B9626-07C8-48ED-96C6-EDDA98C7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243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Thieu tuong tac voi nguoi cung so thich.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FE0699-2C70-46BA-879C-D4CC9D7E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B6FD5C-5066-429F-ADA7-2E90096F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815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Goi y chua gan voi thoi tiet, vi tri, lich trinh.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53ACED-7B93-4CCE-947A-7E18B62F9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195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9FA1C5-AB6A-4D80-A6D6-ED5762D7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14775"/>
            <a:ext cx="1714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68E7AB-4D25-4C0E-94E1-2E6FB6AC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05125"/>
            <a:ext cx="4572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B1E23">
              <a:alpha val="87059"/>
            </a:srgbClr>
          </a:solidFill>
          <a:ln xmlns:a="http://schemas.openxmlformats.org/drawingml/2006/main" w="9525">
            <a:solidFill>
              <a:srgbClr val="1D778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51E652-6555-44C3-81D8-7CA7AAC3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432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AETHER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C115FC-5B81-430C-BDC9-CF57100F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52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DF5205-C711-414A-BCF9-1475A0E6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6671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Ban do la diem bat dau cua moi hanh dong.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5874DE-6A2F-4204-8944-78D2F634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2278626-38EA-4ABF-BF0B-CC719572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243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Cong dong bien dia diem thanh noi dung song.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C49994-F271-42AE-B6F9-24763732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67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EDF5D3-1DA9-488F-A9AE-465FE1B0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815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AI EVE dua ra goi y theo ngu canh that.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7D178A-6D01-46D1-9C2A-9A64CA60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69F200-0E0A-4E48-8DF4-A26C5A99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tai lieu du an AETHER va repository hien tai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30927B-73A6-47B4-842A-48E6A562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21242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85A6D7-CDFE-4EA1-BB81-CB68E6EC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DD4519-2C5A-42D0-8D5B-EA322C9C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5B6B8-46D2-4792-A8D9-13D54454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F899C-EEE4-473F-BC17-67D00199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EF189-312B-4EAF-B2A2-068DF6AF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62D88-A671-463C-8E42-90949811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1EC32-A063-4C0C-9500-2CE9C72A1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7EA477-1E36-4E46-8DDE-D29AFAB3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CDBC7-DD36-49F2-B1E6-E419032C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D3099-1F89-4AAC-93E7-922B894F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CAF5F-03E5-405E-8C54-61B7E7CA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DB98CE-2949-4661-92A3-CE5A05E7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0BFDE-091A-4BC7-AE41-EF377EB0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7BEE4-4D02-404B-95CA-27F008A1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4831A2-3851-4238-B42C-215BA3FC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B8285-6D49-41EC-A97A-9082D238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B4CF6B-1114-45CF-A925-3D17B7DE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2A6CA-8051-4E08-9E0E-4334121B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4E7D7-E079-44BC-B179-B4408103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072AC5-0DE5-4382-AF5E-936F5748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BFF5F8-DDDC-4C02-BEE8-ABE35DC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019899-AD4F-4F08-BD6A-402065F7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373DD-76E0-44FD-89FC-81186BA33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B0BFA76A-0FE2-48BA-ADC5-C0489FA4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F3A3DA72-BDAA-4509-BF3E-ED625B53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BB28FA-52A1-4046-A9E0-818F6587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4286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Ban do bien moi thao tac thanh lan quay lai.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8D5CD1-A887-412E-8DAC-12F2DD272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90800"/>
            <a:ext cx="2057400" cy="2057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>
              <a:alpha val="7059"/>
            </a:srgbClr>
          </a:solidFill>
          <a:ln xmlns:a="http://schemas.openxmlformats.org/drawingml/2006/main" w="19050">
            <a:solidFill>
              <a:srgbClr val="00E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60056C-4045-4503-94A9-12F016627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86125"/>
            <a:ext cx="1676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Dia diem</a:t>
            </a:r>
          </a:p>
          <a:p xmlns:a="http://schemas.openxmlformats.org/drawingml/2006/main">
            <a:pPr algn="ctr">
              <a:def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thanh cau chuyen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E8DFE-4B1A-442C-9ABB-EAF388C7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190625"/>
            <a:ext cx="2133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1B24">
              <a:alpha val="90196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902a3d4984ab1">
            <a:extLst>
              <a:ext uri="{96DAC541-7B7A-43D3-8B79-37D633B846F1}">
                <asvg:svgBlip xmlns:asvg="http://schemas.microsoft.com/office/drawing/2016/SVG/main" r:embed="R548d7bf150d54a1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29225" y="15049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A4DFF9-6D43-44B0-B529-8769CB5F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62075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Kham pha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7EE9C6-E99F-4583-BC04-67036546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Map, search, cluster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821FFC-A38B-4B84-BBAA-4D953EFE2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2133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1B24">
              <a:alpha val="90196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73b6f691a4bbc">
            <a:extLst>
              <a:ext uri="{96DAC541-7B7A-43D3-8B79-37D633B846F1}">
                <asvg:svgBlip xmlns:asvg="http://schemas.microsoft.com/office/drawing/2016/SVG/main" r:embed="R528245cdb8a843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15225" y="27146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B50A82-6382-4A5E-AA9D-936F90F5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Dang dia diem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3DB653-C1A7-41CD-818F-745EBC72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765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Anh, tag,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33B49FE-C339-4748-91DD-4048F3B7D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33925"/>
            <a:ext cx="2133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1B24">
              <a:alpha val="90196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7c8ef3f694839">
            <a:extLst>
              <a:ext uri="{96DAC541-7B7A-43D3-8B79-37D633B846F1}">
                <asvg:svgBlip xmlns:asvg="http://schemas.microsoft.com/office/drawing/2016/SVG/main" r:embed="R9cee43b907454b6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705600" y="50482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7C6F78-790C-464D-81BB-A6B7CDB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905375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Tuong tac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0AAAC8-2090-4E32-80BA-50F32F9C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21017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Like, comment, follow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EA15C72-035D-4BD8-AF7B-00F78CCF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733925"/>
            <a:ext cx="2133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1B24">
              <a:alpha val="90196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239632079409e">
            <a:extLst>
              <a:ext uri="{96DAC541-7B7A-43D3-8B79-37D633B846F1}">
                <asvg:svgBlip xmlns:asvg="http://schemas.microsoft.com/office/drawing/2016/SVG/main" r:embed="Rffc9e11347644f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52850" y="50482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0C56CD-438B-4C97-9300-B02DEA02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05375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AI goi 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D2F149-69C3-494C-AF51-5366FF96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10175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EVE tao lich trinh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C57361-E537-4D67-AF23-63588003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00300"/>
            <a:ext cx="2133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1B24">
              <a:alpha val="90196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bd7a249d542c2">
            <a:extLst>
              <a:ext uri="{96DAC541-7B7A-43D3-8B79-37D633B846F1}">
                <asvg:svgBlip xmlns:asvg="http://schemas.microsoft.com/office/drawing/2016/SVG/main" r:embed="R6a1b280619ae46a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24175" y="27146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05E32F-384C-4565-BC40-85E52407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71750"/>
            <a:ext cx="1285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Realtime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86629C3-F11A-4CDD-9F4D-20B16D73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876550"/>
            <a:ext cx="1352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SSE thong bao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252C44B-7361-45C0-82B9-5FB95A03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EE020D-CB1D-469B-9B08-F1994A9F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6381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A478B0-13DE-4C3F-B0A2-815C2B39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9112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C69485-EE1E-4DC2-AA4E-8809E1D2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7AB8FC-D743-4645-8E62-1A53E452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6255630-ED5E-4309-BD6D-36478948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AA52489-9145-41EC-9B58-49020B11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tai lieu du an AETHER va repository hien tai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ABD2016-115F-4332-9A3E-430819E3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125060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12464-F628-4C3E-9971-DECFAB9D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D0EA0-C1A6-43C8-86A1-F191BC2B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E97E8-CF4D-4A9E-A763-0920A716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AF6B4-0D12-409A-928E-3FD91B0E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E800A-5B43-4CA5-B34B-57583541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A50D8-EAD5-4D74-A377-780C4CEF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6B853-4FE1-4194-9806-E3921216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E50D9-F57C-4373-A52A-C58D41FC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DFBDC3-33E2-4C42-ADAB-211AC4A9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E5671-E8F4-4075-B8A6-004ADBDD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D6ED3-FA36-4A67-B78B-FCD49CAF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F8BFB-4DDD-4638-9BFC-DC78DC96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C5155A-0C24-4DA1-B8B1-B291A8CE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AD4E8A-3162-4F43-8CF1-B808FEAAF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CE32C-D2B5-43AD-9D23-4B1B9ECB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D233D-B5FA-4D65-814B-7D0F4940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63BDE-7A5E-4360-8BD9-54F7A191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2CF58-105B-40B5-99ED-FCF42F44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32003-7C95-46E7-A6EF-099D2C89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03A3F-894A-4C6F-B53F-5B4BB9DF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1B626D-8176-48DC-A59C-D3EB5142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06FA5-5D89-4FEA-822C-9F9C40E4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6E0099-3EEC-4A8C-9231-082EE739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06DFE392-E1D0-43B8-BC40-3F625DFF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EA1D4B1E-EAA0-439E-9173-8CB62944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BAN DO THONG MINH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D730EE-1352-4375-B186-EBDD063D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52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Ban do la be mat van hanh cua san pham, khong chi la nen hien thi.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973E7F-1CAE-47D7-9F15-7586CB9D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59055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71018">
              <a:alpha val="84706"/>
            </a:srgbClr>
          </a:solidFill>
          <a:ln xmlns:a="http://schemas.openxmlformats.org/drawingml/2006/main" w="9525">
            <a:solidFill>
              <a:srgbClr val="1D77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A454A8-E5BD-4BF3-8D82-3F798301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38375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561D73-93BF-4C6C-8156-0E452C46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38375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110F35-3B71-4AF9-88F5-AB93C905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8375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A8B01A-56CA-40DE-8CB0-D4188737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38375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BFAE22-DEF5-4A11-B4EA-4B2BEECFB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38375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D8B081-2C64-412E-AB1D-465DC024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38375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B700A7-2DDE-4503-A685-B10AC208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238375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85E4ED-2D45-4573-BC74-125268E4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BBD44C-E635-4766-A7F3-6B34B0B5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9B991A-2C1F-48CB-83DB-3698AD5A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337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DED4B3-2020-4574-9ACA-C1DF7745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5DCF11-24CE-46B4-A6E7-B6C12955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817A80-A458-436F-BC66-47095310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438D20-4664-49EB-BD1C-BD5DC2C5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552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7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23FDB1-9BE4-4E41-AFD7-76172D73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61879A-A0FA-41B6-BFE6-E3EE95C1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326A62-6369-4364-95CB-FB8A8F19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9F3B8C-3F7E-4C0F-92F0-6A0BA3A8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57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796487-E5A9-4A9D-BB61-F9F305CE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622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92BCC5-FDF3-4A52-9A29-F68BCF95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19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8B3549-81AF-47DE-92F6-C38F8BF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0055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FD4A25-DE47-486D-8FFB-6CB01ADB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5D5FC2-361A-4F2A-A939-EBFCB18F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14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0C8BD0-DBD2-44D6-A4B8-868A1DDC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772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E1D5DE-28FE-4CE3-A028-B9E5480F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62300"/>
            <a:ext cx="2571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2BEE4F-B282-4A62-B44F-84EC993C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62300"/>
            <a:ext cx="381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c6afb3df14a44">
            <a:extLst>
              <a:ext uri="{96DAC541-7B7A-43D3-8B79-37D633B846F1}">
                <asvg:svgBlip xmlns:asvg="http://schemas.microsoft.com/office/drawing/2016/SVG/main" r:embed="R690351ed2dd244d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21717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D835371-4AF8-47E7-B826-D485563A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Cluster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68ADEB-1033-422A-B454-FE013B46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193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Gom/tach marker theo zoom de giu 60fps.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ccc75782fa46ba">
            <a:extLst>
              <a:ext uri="{96DAC541-7B7A-43D3-8B79-37D633B846F1}">
                <asvg:svgBlip xmlns:asvg="http://schemas.microsoft.com/office/drawing/2016/SVG/main" r:embed="Rfecf41b6f9a445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29908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9763E1-B33C-4D5F-A159-BFEBBEB0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Weather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44B2BC0-32AF-474E-A315-A6020C11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385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Lop mua, may, nhiet, gio tren ban do.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e8c1568eb4fdf">
            <a:extLst>
              <a:ext uri="{96DAC541-7B7A-43D3-8B79-37D633B846F1}">
                <asvg:svgBlip xmlns:asvg="http://schemas.microsoft.com/office/drawing/2016/SVG/main" r:embed="R5b4e034511bf4a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3810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90638E-8C6F-49C9-B41F-D4E2C177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733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Route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962C1E6-DEB6-43A9-9968-AE194231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5765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Ve duong di va fit bounds cho lich trinh.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fd83debf64a97">
            <a:extLst>
              <a:ext uri="{96DAC541-7B7A-43D3-8B79-37D633B846F1}">
                <asvg:svgBlip xmlns:asvg="http://schemas.microsoft.com/office/drawing/2016/SVG/main" r:embed="Rcb15b77f089f42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46291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57B611B-97D5-4BA1-844A-B59AB1E9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5529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GPS anh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C874042-E8AB-4EE2-BFFA-BCF8D889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76800"/>
            <a:ext cx="3143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Upload anh va tu trich toa do EXIF.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4181E34-FAE3-4A39-A8AD-BC81DFD4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C8C623-2B2D-4E3A-A1AE-82806280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tai lieu du an AETHER va repository hien tai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38A4369-D6CA-4A40-8B68-A9D6646E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82035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B5CC92-3E07-4EE8-87B9-EFA8F551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2B4D4-EF91-4FAA-94EB-C2B7860E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0E80A-C300-4DB7-81F3-E5D4A94D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9DC51-4AE4-4BCC-AD17-AD0B94DE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BF442-E834-4BE5-AC4F-444504C0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14937-375A-44F9-9612-36F11AD7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BB9A2-15E5-44CF-B627-661ED90E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CB759-B93C-4E16-B25A-192AE4E0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C3A5C-C3D7-430E-A829-7A4DF98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CD10C-D860-4020-8B9B-0B63011C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76A292-79BD-4611-8CDE-7C5ED719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5F7E6-B3F3-4B22-A63E-E4A07669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E514FC-FB80-4389-9EBD-92523FC1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D1ED1D-0A48-4C47-916A-49F40FAC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B133E-1842-443C-B8AB-D1567CF5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027AF-0FD1-4757-846D-A33E2132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928DA7-4CED-47DB-A921-9639D3C6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348AA6-2173-4507-A577-B19DF9DD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C83A9E-A5D4-4758-9F1F-6B1F8745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632790-5368-435F-8C97-63BAB6FF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ED34B-1A9E-4AA6-8301-FA66DC3E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F6FF69-3D49-4E08-A425-61281EDA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62055-665C-4687-8117-C6BCE32E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7CD783FE-3B77-4660-BBAA-52F5A745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29BA82CF-B849-4783-BAF5-586CC172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AI COMPANION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C41796-7A52-4739-949D-ADA4CB28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52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EVE bien ngu canh thanh lich trinh co the hanh dong.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2076AD-7733-4EC2-9ADC-D1498A1F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3810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Chatbot khong dung rieng le: no lay vi tri, thoi tiet, dia diem va lich su hoi thoai de tao goi y Viet hoa.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6D234-25FA-410C-AD6B-FF257FC9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4">
              <a:alpha val="84706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7FFA7B-5342-409F-9E42-0EE1CCC4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Vi tri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9C8C2-A6D0-4888-90D0-EAE4D246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GPS hien tai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497E3-AF41-4F7A-8A6F-CD12CFB1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4">
              <a:alpha val="84706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0AFEB4-A919-43E8-B1D6-73B990D0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003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5F0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5F0A6"/>
                </a:solidFill>
                <a:latin typeface="Aptos"/>
                <a:ea typeface="Aptos"/>
                <a:cs typeface="Aptos"/>
              </a:rPr>
              <a:t>Thoi tiet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459E74-73EF-41FA-B10A-CB95E8A9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14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OpenWeather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9932BA-1BA8-479B-AB41-DFA772AF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4">
              <a:alpha val="84706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53EEFC-5586-40A9-BFA8-4AE910CF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03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Dia diem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119971-FA7F-4862-B103-0E6AFF02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14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Locations trong viewport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57FDC7-EEE6-4765-A870-0FF6B55BC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57500"/>
            <a:ext cx="1809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D1B24">
              <a:alpha val="84706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AE0058-1812-44CD-BB01-091F7F2D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003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9B7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9B7BFF"/>
                </a:solidFill>
                <a:latin typeface="Aptos"/>
                <a:ea typeface="Aptos"/>
                <a:cs typeface="Aptos"/>
              </a:rPr>
              <a:t>Hoi thoai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BFC1B7-2701-4ED0-8C58-4E640C3D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Session history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9077BF-AA12-43A3-A52E-6B05394F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575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4A0FF7-28CF-4767-AF68-5668D162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1328">
              <a:alpha val="90196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0fc9b2c5b45ff">
            <a:extLst>
              <a:ext uri="{96DAC541-7B7A-43D3-8B79-37D633B846F1}">
                <asvg:svgBlip xmlns:asvg="http://schemas.microsoft.com/office/drawing/2016/SVG/main" r:embed="Rb610cf35548f435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44100" y="28384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1A5751-3CAF-4861-81C0-FED2319F6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4861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Gemini + prompt context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A1FD1E-8B0C-4F28-95BB-C83D0CFB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67250"/>
            <a:ext cx="1866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018">
              <a:alpha val="72157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0AAB4A-373B-4DBA-93E0-B56F0F0D7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714875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3-4 goi y dia diem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84C0E7-455A-4C4C-84DE-7CEE5423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67250"/>
            <a:ext cx="1714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018">
              <a:alpha val="72157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94AC07A-2F17-4C94-BAE7-49EA76A7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714875"/>
            <a:ext cx="1466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Route tren ban do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B3BB16-3961-40B5-AF92-B05F0620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6725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018">
              <a:alpha val="72157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86055F-E5CC-41F3-B493-1C2FF1CA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14875"/>
            <a:ext cx="1276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Luu chuyen di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912733-7CB1-4B56-B648-4B4AAD23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67250"/>
            <a:ext cx="2476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71018">
              <a:alpha val="72157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B84215-DEC8-4B35-B88E-C7ABF9E9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714875"/>
            <a:ext cx="2228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Feedback cai thien cau tra loi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24DDCA-633B-45B3-9129-A898EFA1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9928C5-B0C0-42AC-8AC0-E4A861E4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tai lieu du an AETHER va repository hien tai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255A49-AA87-4861-8B61-C9375C7D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865570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88024A-F647-4D37-81A8-EB972BC7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9B710-3581-44F5-A309-2E019A4B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5F5C1-7B43-4A7D-ADE3-DF3D89FD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74F5D-61A1-40D4-B728-1EE8FB2B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9E75D-9B65-4F44-9553-DF383C25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B8AC16-0947-4EFA-9DF0-FB5D6CDF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6A420-0647-4929-B5C0-828E95EA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9416DE-D20F-4C52-B70B-2590A1BA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246B40-7165-4332-8E0F-D9EDC540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FDA1F-7229-4906-933E-326D6317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38542-F5D4-4539-A897-F3449FA5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45502-8083-4674-8A8D-0F58C3F5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5750DC-F9CC-4FC1-8A04-500BE54DA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3ABF81-6B5A-4F39-8931-9C53607C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EBD892-830E-4997-97DA-520E0B8F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477AF8-9E99-40E7-BD36-3788FBCB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9E7CA-BC91-4041-9E25-7CEA78D6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1A0FA2-0956-46D3-B77E-B29C6F96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F1F902-5D19-4169-AF9C-FA6AE7B4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693C0-5A22-4F40-8DAD-7553FC84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B4FF2A-7C0A-4E55-AB57-B1BF40F8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A956E-9BE0-4EC9-87B0-FEAB0AE0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CCD31E-5AFA-4E6A-A0DC-6D874EA5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5A41E43E-EC58-4E39-B0AD-AB736FD5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FD4430F-3029-4056-BECB-C5C75C03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ENGAGEMENT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02510-C3F7-488A-8EDE-E0BA67E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52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Social va gamification bien kham pha thanh thoi quen.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50EB87-7971-46F4-A88D-C684CAB3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431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C5E11-7F36-41DE-87D7-0A5D7682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717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62F4D0-8321-4597-89B1-E56147DC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505075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2DB17D-9C33-44D1-B1FE-9ECB593F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52625"/>
            <a:ext cx="676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545ff7234408b">
            <a:extLst>
              <a:ext uri="{96DAC541-7B7A-43D3-8B79-37D633B846F1}">
                <asvg:svgBlip xmlns:asvg="http://schemas.microsoft.com/office/drawing/2016/SVG/main" r:embed="R7e3ba83c280d40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21621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D513EF-F159-4E9C-AD06-444F1A0D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764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Dong gop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CACB7C-7F52-474B-B2A5-DD9F295D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717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Dang dia diem, anh,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6D6FF3-5757-422F-841A-D689B3F4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143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30 XP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FED64C-E42D-4381-BEA5-6FFBD6E0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765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DB5D26-D433-407F-A66B-6E07FFF9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051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47275A-F5C8-454F-8A29-A18AB1AF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438525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0DD42D-5473-4967-85B7-BD551242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86075"/>
            <a:ext cx="676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7f7b3f08024fba">
            <a:extLst>
              <a:ext uri="{96DAC541-7B7A-43D3-8B79-37D633B846F1}">
                <asvg:svgBlip xmlns:asvg="http://schemas.microsoft.com/office/drawing/2016/SVG/main" r:embed="R3db408cb5c7847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30956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6C6A8F-EAFF-4896-BF83-78E0D7EC0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099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Tuong tac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24E208-0B22-48B3-B799-95B882ED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051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Like, comment, follow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1F73D9-8121-45FC-A5D4-C02F67EC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1143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55F0A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5F0A6"/>
                </a:solidFill>
                <a:latin typeface="Aptos"/>
                <a:ea typeface="Aptos"/>
                <a:cs typeface="Aptos"/>
              </a:rPr>
              <a:t>2-3 XP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8090CC-AB97-46AE-8D6D-93170248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E009C28-A0C8-4ECE-A721-83EBBB1F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386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025338-9CA3-4C67-AE97-A4EFB299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371975"/>
            <a:ext cx="285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28B7CD-C38F-441D-8AB8-DF5226D4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19525"/>
            <a:ext cx="676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803a7dd5b4542">
            <a:extLst>
              <a:ext uri="{96DAC541-7B7A-43D3-8B79-37D633B846F1}">
                <asvg:svgBlip xmlns:asvg="http://schemas.microsoft.com/office/drawing/2016/SVG/main" r:embed="R9332db50f2e44d5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40290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FCF8BA-2EC1-42B3-B2F1-9493C277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433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Cong nhan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A11E04-50C0-479F-9A8E-AE31C666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23862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Achievement va tier badge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26C78F-9F57-45C8-B920-C826D4BA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1143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16 loai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F9C473-F297-40BA-B4FC-23ED9D30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434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9B0ED0-8CA1-42CF-9BB9-05915288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720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05949B-84EB-46BA-84F9-C19C0B46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752975"/>
            <a:ext cx="6762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4aabb043144fa">
            <a:extLst>
              <a:ext uri="{96DAC541-7B7A-43D3-8B79-37D633B846F1}">
                <asvg:svgBlip xmlns:asvg="http://schemas.microsoft.com/office/drawing/2016/SVG/main" r:embed="Rdc6682eeced0481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49625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7C7DD8-83AA-47A1-BDB8-4BEDF815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876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Quay lai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BE48820-9FE7-4C69-8F58-0067AD30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72075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Daily task va thong bao SSE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99777E-4ACA-4A0C-9695-1BD7DA22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1143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9B7B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9B7BFF"/>
                </a:solidFill>
                <a:latin typeface="Aptos"/>
                <a:ea typeface="Aptos"/>
                <a:cs typeface="Aptos"/>
              </a:rPr>
              <a:t>&lt;1s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F3D0B1-821A-45A4-8BCA-6FDA2B22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1524000" cy="20002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71018">
              <a:alpha val="84706"/>
            </a:srgbClr>
          </a:solidFill>
          <a:ln xmlns:a="http://schemas.openxmlformats.org/drawingml/2006/main" w="9525">
            <a:solidFill>
              <a:srgbClr val="244454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0ACF9CA-F5A4-4402-93F8-DE088F8C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4795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Gia tri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D8437D-7B0A-4541-A03A-96DF524B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86100"/>
            <a:ext cx="1028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Moi hanh dong nho tao du lieu, tin hieu xa hoi va ly do quay lai cho lan kham pha tiep theo.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AA8AAF8-1521-498C-9400-C839D192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539686-A46A-4F90-8100-97F664EA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tai lieu du an AETHER va repository hien tai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37C3FD-504A-434D-9323-0894AA4F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97346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A76F8E-6243-4457-B6EC-4A22EDC8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4E79E-FC64-497B-94B2-4EDAA12F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1D9EB-70E9-40F3-8AD2-3D92B31E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37D05-86E0-4807-849B-ABB337B8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C77D9-EFBC-446A-AA12-CA7A0C77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7CF32-0BD5-4D14-9598-3D53A3F5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B75EAE-09B7-40DA-AA95-291C79BC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8D9A24-B38F-4C35-AE81-E0B9534D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E55248-36B3-4EE6-B188-D3586144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F646C6-D0D7-4762-BD00-395E0432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62BD9-6E58-4536-AB6A-E6067EE2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719905-EE68-453C-AC70-DDDACC45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D3FBDA-CB96-4920-8A6C-87D2E8D6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D5CF6-51E1-4594-B9BF-B401F4AA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69D2B-68FE-4D7D-8CB7-91B0B5E6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422A49-C80A-45B4-ACEC-469C2BAF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EC582-BCC4-4E3B-9AF7-FFDC66494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8C0425-FBE2-43AE-843B-103E48F5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6C33D-118F-4145-9352-5D551A60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C1CC00-2AD3-4FF9-8CBB-67A036DB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1EEB1C-CDB4-4924-BFEA-70095446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065E8-D775-42DA-9906-D7383026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56FBE3-D707-4D64-BD7B-872CAFC1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9E9761B8-B480-4918-A5D7-6495672A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2A374D57-DE41-40E7-A617-EA8E4A43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KIEN TRUC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0A547E-98DB-4617-9CD2-0EA02BA2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52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Kien truc full-stack bam sat feature, realtime va ban do.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67E48C-519E-4D69-8969-588FDA99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8120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1B24">
              <a:alpha val="90196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2D225-2CBB-4BFF-9A54-9A0E72AF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17416A-C8B6-4F04-ABA7-A058F315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4790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React 19 | Vite 8 | MapLibre GL | Zustand | Framer Motion | Tailwind 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8B3206-742F-43E3-92CE-9B569866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1B24">
              <a:alpha val="90196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B33D66-CAF1-452C-99D4-CF6151C0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rPr>
              <a:t>Backend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A6E3F7-3E23-4C89-8B33-87AB1AEF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0995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Express 5 | Firebase Auth | SSE | Rate limiting | Helmet | API response middleware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CF66A2-D695-4242-B402-41CB44B4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9715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1B24">
              <a:alpha val="90196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F5874A-C066-4A0C-B520-3657BAC9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148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Data &amp; services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D8A615-D396-4E0C-9F24-86D836CF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7200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PostgreSQL | Goong Maps | OpenWeather | Gemini AI | Firebase Storage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A380B4-405D-4E56-BAE1-77FD657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78130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5905696-CDB4-4DEE-BE55-C36541BE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943350"/>
            <a:ext cx="47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F465C5-CE2D-4ECC-B699-E2F30819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53050"/>
            <a:ext cx="171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24445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CF99D71-CC1D-4C12-AEA0-F1535750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48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map/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9F19D8-A6CD-467C-B232-D85537A1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150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layers, markers, overlays, store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88C151-766E-4335-A267-64049AE7C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53050"/>
            <a:ext cx="171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24445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165340-FA6F-4C35-B46E-423D3DDA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48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chatbot/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FFF387-70D2-4565-B6DF-44E2BCE0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150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EVE UI + session context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FA422B-66A3-44F0-A8BD-ECD418DD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53050"/>
            <a:ext cx="171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24445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1DCCDFB-53A5-4E59-84A1-DE0B4E87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448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discovery/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5745F15-F677-441E-BCBF-3D2747FD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7150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community feed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23BD69-B111-40FB-BC1F-EE58410F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53050"/>
            <a:ext cx="171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24445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67C728-A2BD-4DD9-AC9E-C3CB050B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48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profile/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C1576C-8D66-4639-8F1A-7311D2C3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150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achievements + badge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3C01F9-00E0-4186-ACA3-1CD75B0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53050"/>
            <a:ext cx="1714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071018">
              <a:alpha val="80000"/>
            </a:srgbClr>
          </a:solidFill>
          <a:ln xmlns:a="http://schemas.openxmlformats.org/drawingml/2006/main" w="9525">
            <a:solidFill>
              <a:srgbClr val="24445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E132CC4-39DB-4B7F-901E-A9AF8E2D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4483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notifications/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9ECCED7-CD3D-4882-8423-0E40658B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150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SSE-driven updates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D7DDBE-FA4D-4EDD-84AD-3D3974F8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9ADC20-5859-46D6-884D-707C1BD3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frontend/package.json, backend/package.json, repository source tree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B7E587-4FB5-40E2-A44D-90B35FA4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184158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5E9309-365F-4434-B78C-CACB9F1F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5C806-7565-4585-93BC-12D4DD1B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39B21-23A8-40BB-9A5E-CAC92440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0E5B8-3066-484C-AF56-F710A574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6A853-882A-42CD-B671-77A7A624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641E0-8795-46FC-BA34-DB09DB70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492FE-D2F1-44BC-A848-FD0C4C9B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BE8A6-A68A-4708-AA94-DEC776E8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5F55D-2B25-482A-8E1B-BD992CF3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6FFD8-1F09-41A1-86F6-1E8D9790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55FD4-59E4-4152-949D-A2239B1E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E9D73-B6B1-4155-9501-C4CA563F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8815B-B534-435D-9992-5DB5E615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2B65D3-9256-4BE8-BB82-A144467D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61846-41AA-4967-A1FA-220F26E1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4C6E6F-83F6-4662-8AF1-D3F07E47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A3412-FE26-4B8C-B2E3-CA2FC5DA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D8F07-EAAD-4581-BCB2-3D3BCAAA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B91E3A-681A-42F7-8AC5-12B139AB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1C41B-BEC4-41AF-9104-EDBF749A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AD6DAD-80E2-45BF-A982-21B85E7D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10EF3D-B87C-4785-821F-3E6336F6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5621C9-FCC4-4935-B4C6-0C414A4F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94952EC9-4422-44D9-9EE7-4D931330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66F6C509-A57C-4434-BE60-2E1450AA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CHAT LUONG KY THUAT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4FE6A4-D634-4EE7-918C-3AE1BDEC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52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Hieu nang va bao mat duoc thiet ke o tung lop.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3F7FCD-D5FE-4C51-A704-99870BE6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9530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0E21F1-CA3C-4890-8AEA-A350A513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Hieu nang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62C9FD-2553-44E5-A13E-2251DD7E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Pagination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BDC3F7-566F-4A53-9646-4245C369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43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Giam payload cho location list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3C24F5-8849-4B4D-B405-919F95E4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943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-10x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45DA9F-042B-4FEC-ACC7-187A0962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385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55F3A5-FD90-439E-AF2D-BFD65EF1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766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Promise.all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6A511F-6BA3-47A6-A3B7-54BA8DF4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Broadcast notification song song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0A027F-73B3-4F2D-A0E4-68B5D6AF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5147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55F0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F0A6"/>
                </a:solidFill>
                <a:latin typeface="Aptos"/>
                <a:ea typeface="Aptos"/>
                <a:cs typeface="Aptos"/>
              </a:rPr>
              <a:t>5x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44A50B-AC9B-4523-BE1C-B8CF1672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71925"/>
            <a:ext cx="385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75AE7E-67CF-464D-B1B0-6FA0DAE0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SSE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4AC061-679E-4636-AF6D-D2EE9D40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Realtime khong can polling day dac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913F8C-858C-4C79-86D2-6913E8A2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0862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-95%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85FD87-0F80-4B53-903B-8B8588C8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3425"/>
            <a:ext cx="385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619805-0439-48A4-9694-6E7685FB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19625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AF7FA"/>
                </a:solidFill>
                <a:latin typeface="Aptos"/>
                <a:ea typeface="Aptos"/>
                <a:cs typeface="Aptos"/>
              </a:rPr>
              <a:t>Map cache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6E38FF-0708-45D2-B528-CEAC2D20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577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TTL viewport data de pan nhanh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843A96E-EEE9-4CE6-87FB-B14A2B47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4657725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9B7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B7BFF"/>
                </a:solidFill>
                <a:latin typeface="Aptos"/>
                <a:ea typeface="Aptos"/>
                <a:cs typeface="Aptos"/>
              </a:rPr>
              <a:t>30s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9A9152-F921-4C7C-AED1-5A20F98F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14925"/>
            <a:ext cx="3857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CC5377-CC71-417E-8DD1-1D496780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9530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F3FE2D-8ECC-45E9-B260-FDB4D4DD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241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rPr>
              <a:t>Bao mat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A6D8CFE-F0D8-45DE-B29B-0A951C56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11D94E-1E7B-4C0B-AB57-8056ECEC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432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FBF448-FA09-4E1D-AFA6-26EA8AA8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Firebase Auth + JWT verification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3CCAEA5-054A-426C-9A5D-2E7DC566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29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1FAC719-ECC1-44F8-B381-1CB17F3E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04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727BD0-5A98-4390-A189-D13A1AB8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Rate limiting theo endpoint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4BE658-7827-45F0-8255-F1AEE530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86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583C69E-2761-402A-889F-BA87CE0F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576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3E3BE32-5BE3-4FDC-B019-0A2AC2D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Parameterized queries chong SQL injection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65F9CB6-787B-4796-B9D5-3144C2C5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4DDC9E-9E59-4F8D-BC90-3531B1A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148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C3B226-457F-4459-9567-59250989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Ownership check cho update/delete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33B571-FE29-476E-92B7-D3366B51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00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17834E-7EA7-41E9-A816-4E47A2AC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772025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43D33E3-CEEB-4708-9F9B-C85DF44B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743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CORS allowlist va Helmet headers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A489C8B-10DB-4680-A3A7-064F397E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103702-C10F-4C33-A436-9AF9F20A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PROJECT_STATUS.md, PRESENTATION.md, backend source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C7F5A2D-323A-45ED-B3E2-1EEE2EB4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76679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241B51-B90E-4051-A080-11C477C1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6537D-A11B-4217-9A44-17188124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CABE4-CC11-4FA2-8C39-717F6362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EEB7D-851E-43D1-9285-AB1B67141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317FF-6A03-49D7-BEF6-E0F004A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262DA-69C6-4503-A8AC-D44F7EF2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700A39-E965-49DA-BF75-9EC4D881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AA67FD-6CE3-4879-AE3A-5CC1B335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9A4FAE-AF3D-459D-9819-3998E4CE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B0DF7A-8B8D-479A-B3B6-F292BEDD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85E80-97B6-49E0-ABB4-6A9B081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F990E-92D5-4F92-8905-9AB1D0BA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6476B-DA22-47D4-8CFB-38B3DD7F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8C594-CECF-4D46-80FD-113B0B01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6DF71-15FA-44AD-9DF1-1608B989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DEA3FD-A078-4C4E-9D71-8B672468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ED6E5-58D8-47C1-9703-34D4C54A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7C7CD-E010-4C48-831D-3128961D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3635E-F3E6-4973-89F8-E573F142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2EE7D-E99F-42CC-B1E1-2B7C8C8E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0AF860-27E2-4777-8F77-37832DB1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9E809-DE88-4814-B931-629FD3B7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10CBD-9DB7-47EE-BD82-F45F9B71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44A9BA97-7C4E-455C-A388-C37D1B2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6B5A5CE7-68DA-4447-BE00-BE9124E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49117-DA4C-4E34-B135-09C402BE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52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Demo nen di theo hanh trinh nguoi dung, khong theo danh sach tinh nang.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68D39E-CE25-490B-965E-58F2934D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03D344-521B-4345-AAB4-82F1CCE8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775b404fa4c07">
            <a:extLst>
              <a:ext uri="{96DAC541-7B7A-43D3-8B79-37D633B846F1}">
                <asvg:svgBlip xmlns:asvg="http://schemas.microsoft.com/office/drawing/2016/SVG/main" r:embed="R0b1dd300f75d4e5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57450" y="2686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5C4A7-8C78-48C6-8A4F-78FB143C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Mo ban 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D97678-A8D5-4E86-9BB7-289F6333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Vi tri hien tai, cluster va weather layer xuat hien ngay.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9CC01D-8E4D-4804-B031-DB2FA83FB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6766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6218D-9850-45BF-ABFC-8C5AA0B8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76500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FB62D8-2001-452F-A5FA-4CA4CBB3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5F0A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55F0A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e1e85c1e724858">
            <a:extLst>
              <a:ext uri="{96DAC541-7B7A-43D3-8B79-37D633B846F1}">
                <asvg:svgBlip xmlns:asvg="http://schemas.microsoft.com/office/drawing/2016/SVG/main" r:embed="R2c5941dabcc6478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0" y="2686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06554E-DB8D-4292-8AC3-7D77C35F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956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Them dia diem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F2ED53-C20D-4FE5-BF57-721B7049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290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Click map, them anh/tag/review, location moi hien tren map.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B3EEF4-3316-4363-99B6-97B570F4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6766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ED3E49-C3A6-489D-82DA-0FFBFF06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76500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0628D6-DDA6-49B8-B5B8-D3FD780D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B7B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9B7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df629fe174498">
            <a:extLst>
              <a:ext uri="{96DAC541-7B7A-43D3-8B79-37D633B846F1}">
                <asvg:svgBlip xmlns:asvg="http://schemas.microsoft.com/office/drawing/2016/SVG/main" r:embed="R36a14cb5ddbf469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58150" y="2686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6FB1F3-0515-4EA5-A1CF-4EAD1A3D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56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Hoi EVE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030814-86EF-41D8-8981-D8E7225B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Nhap yeu cau 4 gio cafe view dep, EVE goi y va ve route.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6EA644-1670-493A-BC3A-25B4D730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7665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7B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D60FCB-9D11-4F21-A4AC-BB02E5FC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76500"/>
            <a:ext cx="2428875" cy="247650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F2B9737-1957-47A6-BB6A-7D0CCB8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05100"/>
            <a:ext cx="571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b627b76824b1e">
            <a:extLst>
              <a:ext uri="{96DAC541-7B7A-43D3-8B79-37D633B846F1}">
                <asvg:svgBlip xmlns:asvg="http://schemas.microsoft.com/office/drawing/2016/SVG/main" r:embed="R73f997f4f7b84f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858500" y="26860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25B6EC-94D6-4443-8E43-9371BC83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9565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Kich hoat cong dong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199444-ECCF-480D-AECA-5010240E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82A5B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82A5B4"/>
                </a:solidFill>
                <a:latin typeface="Aptos"/>
                <a:ea typeface="Aptos"/>
                <a:cs typeface="Aptos"/>
              </a:rPr>
              <a:t>Like/comment/follow, notification realtime va XP cap nhat.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ADDA17-0BDD-4143-9B31-DAF1B143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81625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Thoi luong goi y: 5-7 phut, trong do live demo chiem phan trung tam.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F363380-DAA9-40CE-A64D-A24643C0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CAADE8B-0D1F-4A46-926C-BAF77AB3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tai lieu du an AETHER va repository hien tai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A212CA-AE64-445F-8DC0-D83827FB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9163251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53674F-74B0-45ED-9EC5-129D0B477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18"/>
              </a:gs>
              <a:gs pos="58000">
                <a:srgbClr val="0D1B24"/>
              </a:gs>
              <a:gs pos="100000">
                <a:srgbClr val="102A36"/>
              </a:gs>
            </a:gsLst>
            <a:lin ang="81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23C200-8349-4404-A8A0-0B720FBB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7BA91-8485-4B33-9473-DC1A2C2D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C55C1-14E6-4AA8-AFFC-E690D5DA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6BE3C-46DA-4F69-8D0B-A88E8F58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50485-7233-4F0D-B679-FAF200C5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AB246-9B0C-45A0-A56B-B732B826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1488A-EDA5-4621-833D-980215C8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BFF07-CB52-48A0-992D-79D0374C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D611B9-3788-4411-9CE2-D1ACCA09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179D3-58B6-48A4-B6C2-F5A15B6A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5B7150-930E-4396-A9A9-023B41E4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E74B30-A3EB-43CF-80A0-0D255D72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0824F-1E58-460C-97B7-518DE034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41FE6-1841-4BDC-9CB7-4F0175EA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7E87C0-199B-4F65-A448-53E9BF3F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1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FB5C51-DD9C-406C-A599-A41EA022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01C2E-425C-467B-AF8D-FD31FA5E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3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737D3F-B60F-48B0-936A-4469C75C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00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08A430-CECC-49B7-9C0D-4AB1732C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62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C81F3-4417-4711-9411-3616699F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24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C11714-23E0-4F06-8893-6CE6715E2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86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72EEF0-6B50-4F2D-BD33-1D6639AE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84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B588929B-93AF-4B07-8B1E-A2BC1A33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F17C0A90-C5FE-4EA4-8229-F4F3B974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323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7F7DB-90D7-4B5F-903A-54709C6D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524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EAF7FA"/>
                </a:solidFill>
                <a:latin typeface="Aptos Display"/>
                <a:ea typeface="Aptos Display"/>
                <a:cs typeface="Aptos Display"/>
              </a:rPr>
              <a:t>Tu website demo den nen tang kham pha dia diem cho khu vuc.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163BEE-04FB-4631-ACD1-F87FCDD8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38450"/>
            <a:ext cx="2114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FDCF50-E557-4ABD-900C-3C3967DE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E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C252A9-D648-461F-A424-5DDB98B1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00E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83CCD-1053-4EF4-ADD5-F54C9355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242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0E5FF"/>
                </a:solidFill>
                <a:latin typeface="Aptos Display"/>
                <a:ea typeface="Aptos Display"/>
                <a:cs typeface="Aptos Display"/>
              </a:rPr>
              <a:t>Q3 2026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CA21C0-3778-4509-9660-27CCD1FC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PWA, offline support, push notifications, advanced search.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2B7EED-F79E-4A82-8910-536D7ADF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38450"/>
            <a:ext cx="2114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874AF2-5A72-4BBA-8855-8E5CFE60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14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F0A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FA56F5-E6E7-4B0C-AAE1-BC755944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55F0A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DB3DA3-3CC5-4960-99C0-58DC21B8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5242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55F0A6"/>
                </a:solidFill>
                <a:latin typeface="Aptos Display"/>
                <a:ea typeface="Aptos Display"/>
                <a:cs typeface="Aptos Display"/>
              </a:rPr>
              <a:t>Q4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A5BE65-395E-4CA3-8B8E-CF309013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000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React Native app, AR navigation, social events, business profiles.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CB4853-4440-4471-8C02-649B9622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2114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67D2CD-6667-4B17-ADC8-FB6534B9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092979-DE9F-44FE-8940-921D7FFC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76600"/>
            <a:ext cx="3048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D1B24">
              <a:alpha val="87843"/>
            </a:srgbClr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AF6FD1-503F-45F3-8F9D-7209D8FE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52425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2027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FD35B2-2175-4849-AE14-CA59891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AI route optimization, collaborative trips, booking integrations, SEA expansion.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D9743F-005A-41AB-B37B-4708B157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00650"/>
            <a:ext cx="8953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71018">
              <a:alpha val="84706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C2CABD-2562-4F22-9843-91CD1F33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4950"/>
            <a:ext cx="828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EAF7F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AF7FA"/>
                </a:solidFill>
                <a:latin typeface="Aptos"/>
                <a:ea typeface="Aptos"/>
                <a:cs typeface="Aptos"/>
              </a:rPr>
              <a:t>Thong diep ket: AETHER khong chi hien thi dia diem; no tao mot he sinh thai noi ban do, cong dong va AI cung lam viec cho trai nghiem kham pha.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A640CEC-92F2-4CD8-9009-C34F4715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14AD21-C008-4983-B120-BC55BB3D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93A1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93A1"/>
                </a:solidFill>
                <a:latin typeface="Aptos"/>
                <a:ea typeface="Aptos"/>
                <a:cs typeface="Aptos"/>
              </a:rPr>
              <a:t>Nguon: tai lieu du an AETHER va repository hien tai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6D2D9F-D367-4A96-9224-BD5463E4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438900"/>
            <a:ext cx="704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00E5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E5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6472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2026-05-15T13:56:06.9440000Z</dcterms:created>
  <dcterms:modified xsi:type="dcterms:W3CDTF">2026-05-15T13:56:06.9440000Z</dcterms:modified>
</coreProperties>
</file>